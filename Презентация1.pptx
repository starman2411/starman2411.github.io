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1"/>
  </p:sldMasterIdLst>
  <p:sldIdLst>
    <p:sldId id="256" r:id="rId2"/>
    <p:sldId id="257" r:id="rId3"/>
  </p:sldIdLst>
  <p:sldSz cx="14400213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83" userDrawn="1">
          <p15:clr>
            <a:srgbClr val="A4A3A4"/>
          </p15:clr>
        </p15:guide>
        <p15:guide id="2" pos="4536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D9232E"/>
    <a:srgbClr val="310C34"/>
    <a:srgbClr val="F03134"/>
    <a:srgbClr val="959CD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534"/>
    <p:restoredTop sz="94676"/>
  </p:normalViewPr>
  <p:slideViewPr>
    <p:cSldViewPr snapToGrid="0" showGuides="1">
      <p:cViewPr>
        <p:scale>
          <a:sx n="69" d="100"/>
          <a:sy n="69" d="100"/>
        </p:scale>
        <p:origin x="1944" y="1160"/>
      </p:cViewPr>
      <p:guideLst>
        <p:guide orient="horz" pos="2183"/>
        <p:guide pos="4536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800027" y="1122363"/>
            <a:ext cx="1080016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00027" y="3602038"/>
            <a:ext cx="1080016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/>
              <a:t>Образец подзаголовка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FA95C7-739C-F24C-BA21-B4DA6E08EB45}" type="datetimeFigureOut">
              <a:rPr lang="ru-RU" smtClean="0"/>
              <a:t>07.03.2026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47BD48-19B4-F345-A9D3-CF0345D3D5A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18594132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FA95C7-739C-F24C-BA21-B4DA6E08EB45}" type="datetimeFigureOut">
              <a:rPr lang="ru-RU" smtClean="0"/>
              <a:t>07.03.2026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47BD48-19B4-F345-A9D3-CF0345D3D5A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07879518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82514" y="1709738"/>
            <a:ext cx="12420184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82514" y="4589464"/>
            <a:ext cx="12420184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FA95C7-739C-F24C-BA21-B4DA6E08EB45}" type="datetimeFigureOut">
              <a:rPr lang="ru-RU" smtClean="0"/>
              <a:t>07.03.2026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47BD48-19B4-F345-A9D3-CF0345D3D5A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10560456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990014" y="1825625"/>
            <a:ext cx="6120091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7290108" y="1825625"/>
            <a:ext cx="6120091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FA95C7-739C-F24C-BA21-B4DA6E08EB45}" type="datetimeFigureOut">
              <a:rPr lang="ru-RU" smtClean="0"/>
              <a:t>07.03.2026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47BD48-19B4-F345-A9D3-CF0345D3D5A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1854766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91890" y="365126"/>
            <a:ext cx="12420184" cy="1325563"/>
          </a:xfrm>
        </p:spPr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91891" y="1681163"/>
            <a:ext cx="6091965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991891" y="2505075"/>
            <a:ext cx="6091965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7290108" y="1681163"/>
            <a:ext cx="6121966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7290108" y="2505075"/>
            <a:ext cx="6121966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FA95C7-739C-F24C-BA21-B4DA6E08EB45}" type="datetimeFigureOut">
              <a:rPr lang="ru-RU" smtClean="0"/>
              <a:t>07.03.2026</a:t>
            </a:fld>
            <a:endParaRPr lang="ru-RU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47BD48-19B4-F345-A9D3-CF0345D3D5A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55948261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FA95C7-739C-F24C-BA21-B4DA6E08EB45}" type="datetimeFigureOut">
              <a:rPr lang="ru-RU" smtClean="0"/>
              <a:t>07.03.2026</a:t>
            </a:fld>
            <a:endParaRPr lang="ru-RU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47BD48-19B4-F345-A9D3-CF0345D3D5A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72619493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FA95C7-739C-F24C-BA21-B4DA6E08EB45}" type="datetimeFigureOut">
              <a:rPr lang="ru-RU" smtClean="0"/>
              <a:t>07.03.2026</a:t>
            </a:fld>
            <a:endParaRPr lang="ru-RU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47BD48-19B4-F345-A9D3-CF0345D3D5A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11524950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91891" y="457200"/>
            <a:ext cx="4644443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121966" y="987426"/>
            <a:ext cx="7290108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91891" y="2057400"/>
            <a:ext cx="4644443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FA95C7-739C-F24C-BA21-B4DA6E08EB45}" type="datetimeFigureOut">
              <a:rPr lang="ru-RU" smtClean="0"/>
              <a:t>07.03.2026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47BD48-19B4-F345-A9D3-CF0345D3D5A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55437052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91891" y="457200"/>
            <a:ext cx="4644443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121966" y="987426"/>
            <a:ext cx="7290108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ru-RU"/>
              <a:t>Вставка рисунка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91891" y="2057400"/>
            <a:ext cx="4644443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FA95C7-739C-F24C-BA21-B4DA6E08EB45}" type="datetimeFigureOut">
              <a:rPr lang="ru-RU" smtClean="0"/>
              <a:t>07.03.2026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47BD48-19B4-F345-A9D3-CF0345D3D5A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19994649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FA95C7-739C-F24C-BA21-B4DA6E08EB45}" type="datetimeFigureOut">
              <a:rPr lang="ru-RU" smtClean="0"/>
              <a:t>07.03.2026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47BD48-19B4-F345-A9D3-CF0345D3D5A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97133457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10305152" y="365125"/>
            <a:ext cx="3105046" cy="5811838"/>
          </a:xfrm>
        </p:spPr>
        <p:txBody>
          <a:bodyPr vert="eaVert"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990015" y="365125"/>
            <a:ext cx="9135135" cy="5811838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FA95C7-739C-F24C-BA21-B4DA6E08EB45}" type="datetimeFigureOut">
              <a:rPr lang="ru-RU" smtClean="0"/>
              <a:t>07.03.2026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47BD48-19B4-F345-A9D3-CF0345D3D5A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83105149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990015" y="365126"/>
            <a:ext cx="12420184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90015" y="1825625"/>
            <a:ext cx="12420184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990015" y="6356351"/>
            <a:ext cx="324004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7FA95C7-739C-F24C-BA21-B4DA6E08EB45}" type="datetimeFigureOut">
              <a:rPr lang="ru-RU" smtClean="0"/>
              <a:t>07.03.2026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770071" y="6356351"/>
            <a:ext cx="486007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170150" y="6356351"/>
            <a:ext cx="324004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F47BD48-19B4-F345-A9D3-CF0345D3D5A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41393639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png"/><Relationship Id="rId13" Type="http://schemas.openxmlformats.org/officeDocument/2006/relationships/image" Target="../media/image15.jpeg"/><Relationship Id="rId3" Type="http://schemas.openxmlformats.org/officeDocument/2006/relationships/image" Target="../media/image5.png"/><Relationship Id="rId7" Type="http://schemas.openxmlformats.org/officeDocument/2006/relationships/image" Target="../media/image9.jpeg"/><Relationship Id="rId12" Type="http://schemas.openxmlformats.org/officeDocument/2006/relationships/image" Target="../media/image14.jpe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8.png"/><Relationship Id="rId11" Type="http://schemas.openxmlformats.org/officeDocument/2006/relationships/image" Target="../media/image13.jpeg"/><Relationship Id="rId5" Type="http://schemas.openxmlformats.org/officeDocument/2006/relationships/image" Target="../media/image7.png"/><Relationship Id="rId10" Type="http://schemas.openxmlformats.org/officeDocument/2006/relationships/image" Target="../media/image12.jpeg"/><Relationship Id="rId4" Type="http://schemas.openxmlformats.org/officeDocument/2006/relationships/image" Target="../media/image6.png"/><Relationship Id="rId9" Type="http://schemas.openxmlformats.org/officeDocument/2006/relationships/image" Target="../media/image11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Прямоугольник 24">
            <a:extLst>
              <a:ext uri="{FF2B5EF4-FFF2-40B4-BE49-F238E27FC236}">
                <a16:creationId xmlns:a16="http://schemas.microsoft.com/office/drawing/2014/main" id="{2D1961D9-A75F-6EF8-CE54-FBCDF860B47B}"/>
              </a:ext>
            </a:extLst>
          </p:cNvPr>
          <p:cNvSpPr/>
          <p:nvPr/>
        </p:nvSpPr>
        <p:spPr>
          <a:xfrm>
            <a:off x="7200106" y="83927"/>
            <a:ext cx="5881470" cy="3274009"/>
          </a:xfrm>
          <a:prstGeom prst="rect">
            <a:avLst/>
          </a:prstGeom>
          <a:solidFill>
            <a:srgbClr val="310C34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4" name="Прямоугольник 3">
            <a:extLst>
              <a:ext uri="{FF2B5EF4-FFF2-40B4-BE49-F238E27FC236}">
                <a16:creationId xmlns:a16="http://schemas.microsoft.com/office/drawing/2014/main" id="{2FA142B3-C9AD-3A83-7D56-4861AF005406}"/>
              </a:ext>
            </a:extLst>
          </p:cNvPr>
          <p:cNvSpPr/>
          <p:nvPr/>
        </p:nvSpPr>
        <p:spPr>
          <a:xfrm>
            <a:off x="1104107" y="75773"/>
            <a:ext cx="6096000" cy="3274009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pic>
        <p:nvPicPr>
          <p:cNvPr id="18" name="Рисунок 17">
            <a:extLst>
              <a:ext uri="{FF2B5EF4-FFF2-40B4-BE49-F238E27FC236}">
                <a16:creationId xmlns:a16="http://schemas.microsoft.com/office/drawing/2014/main" id="{5B5C8378-E0CC-8371-F9F6-09CFBBEEEE0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14924" y="2813823"/>
            <a:ext cx="3175000" cy="1905000"/>
          </a:xfrm>
          <a:prstGeom prst="rect">
            <a:avLst/>
          </a:prstGeom>
        </p:spPr>
      </p:pic>
      <p:sp>
        <p:nvSpPr>
          <p:cNvPr id="30" name="Прямоугольник 29">
            <a:extLst>
              <a:ext uri="{FF2B5EF4-FFF2-40B4-BE49-F238E27FC236}">
                <a16:creationId xmlns:a16="http://schemas.microsoft.com/office/drawing/2014/main" id="{74F73F77-A1D9-8231-073B-9F6D0D03E2E8}"/>
              </a:ext>
            </a:extLst>
          </p:cNvPr>
          <p:cNvSpPr/>
          <p:nvPr/>
        </p:nvSpPr>
        <p:spPr>
          <a:xfrm>
            <a:off x="7200106" y="3720974"/>
            <a:ext cx="5881470" cy="3061254"/>
          </a:xfrm>
          <a:prstGeom prst="rect">
            <a:avLst/>
          </a:prstGeom>
          <a:solidFill>
            <a:srgbClr val="C0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31" name="Прямоугольник 30">
            <a:extLst>
              <a:ext uri="{FF2B5EF4-FFF2-40B4-BE49-F238E27FC236}">
                <a16:creationId xmlns:a16="http://schemas.microsoft.com/office/drawing/2014/main" id="{BBC171EE-2171-891E-6F5A-1BAD702AD90D}"/>
              </a:ext>
            </a:extLst>
          </p:cNvPr>
          <p:cNvSpPr/>
          <p:nvPr/>
        </p:nvSpPr>
        <p:spPr>
          <a:xfrm>
            <a:off x="1211372" y="3634477"/>
            <a:ext cx="5881470" cy="3061254"/>
          </a:xfrm>
          <a:prstGeom prst="rect">
            <a:avLst/>
          </a:prstGeom>
          <a:solidFill>
            <a:schemeClr val="accent6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>
              <a:highlight>
                <a:srgbClr val="00FF00"/>
              </a:highlight>
            </a:endParaRPr>
          </a:p>
        </p:txBody>
      </p:sp>
      <p:pic>
        <p:nvPicPr>
          <p:cNvPr id="83" name="Рисунок 82">
            <a:extLst>
              <a:ext uri="{FF2B5EF4-FFF2-40B4-BE49-F238E27FC236}">
                <a16:creationId xmlns:a16="http://schemas.microsoft.com/office/drawing/2014/main" id="{F83F12E9-5AA8-E91D-3088-29CDE730A47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33420" y="3915941"/>
            <a:ext cx="4088171" cy="2498327"/>
          </a:xfrm>
          <a:prstGeom prst="rect">
            <a:avLst/>
          </a:prstGeom>
        </p:spPr>
      </p:pic>
      <p:pic>
        <p:nvPicPr>
          <p:cNvPr id="85" name="Рисунок 84">
            <a:extLst>
              <a:ext uri="{FF2B5EF4-FFF2-40B4-BE49-F238E27FC236}">
                <a16:creationId xmlns:a16="http://schemas.microsoft.com/office/drawing/2014/main" id="{1A5821F6-BF33-7311-DADC-4DF2400595A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03690" y="228236"/>
            <a:ext cx="4885181" cy="29853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8461021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Рисунок 15">
            <a:extLst>
              <a:ext uri="{FF2B5EF4-FFF2-40B4-BE49-F238E27FC236}">
                <a16:creationId xmlns:a16="http://schemas.microsoft.com/office/drawing/2014/main" id="{1D39E7A7-3464-3CEF-A73F-C93CAB12824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659994" y="2792797"/>
            <a:ext cx="1765300" cy="1257300"/>
          </a:xfrm>
          <a:prstGeom prst="rect">
            <a:avLst/>
          </a:prstGeom>
        </p:spPr>
      </p:pic>
      <p:pic>
        <p:nvPicPr>
          <p:cNvPr id="10" name="Рисунок 9">
            <a:extLst>
              <a:ext uri="{FF2B5EF4-FFF2-40B4-BE49-F238E27FC236}">
                <a16:creationId xmlns:a16="http://schemas.microsoft.com/office/drawing/2014/main" id="{7C93904A-71D3-F61E-4CC2-8B0C748F92B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20488" y="2110033"/>
            <a:ext cx="1270000" cy="2679700"/>
          </a:xfrm>
          <a:prstGeom prst="rect">
            <a:avLst/>
          </a:prstGeom>
        </p:spPr>
      </p:pic>
      <p:pic>
        <p:nvPicPr>
          <p:cNvPr id="12" name="Рисунок 11">
            <a:extLst>
              <a:ext uri="{FF2B5EF4-FFF2-40B4-BE49-F238E27FC236}">
                <a16:creationId xmlns:a16="http://schemas.microsoft.com/office/drawing/2014/main" id="{32DC97CD-468C-EEE1-4ECC-9E0B4DEFB40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116840" y="2637780"/>
            <a:ext cx="1778000" cy="1739900"/>
          </a:xfrm>
          <a:prstGeom prst="rect">
            <a:avLst/>
          </a:prstGeom>
        </p:spPr>
      </p:pic>
      <p:pic>
        <p:nvPicPr>
          <p:cNvPr id="8" name="Рисунок 7">
            <a:extLst>
              <a:ext uri="{FF2B5EF4-FFF2-40B4-BE49-F238E27FC236}">
                <a16:creationId xmlns:a16="http://schemas.microsoft.com/office/drawing/2014/main" id="{5889BFA8-2AC6-60A4-2AFF-E9018387289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-388792" y="2263966"/>
            <a:ext cx="1498600" cy="2692400"/>
          </a:xfrm>
          <a:prstGeom prst="rect">
            <a:avLst/>
          </a:prstGeom>
        </p:spPr>
      </p:pic>
      <p:pic>
        <p:nvPicPr>
          <p:cNvPr id="1026" name="Picture 2" descr="Логотип Московского метрополитена — Википедия">
            <a:extLst>
              <a:ext uri="{FF2B5EF4-FFF2-40B4-BE49-F238E27FC236}">
                <a16:creationId xmlns:a16="http://schemas.microsoft.com/office/drawing/2014/main" id="{E63CE7BF-246D-4A30-A728-E3AC0BA3D90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63763" y="2467488"/>
            <a:ext cx="1705135" cy="205980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4" descr="Иконка ядерный взрыв в стиле Pulsar Gradient">
            <a:extLst>
              <a:ext uri="{FF2B5EF4-FFF2-40B4-BE49-F238E27FC236}">
                <a16:creationId xmlns:a16="http://schemas.microsoft.com/office/drawing/2014/main" id="{CC4676A3-308A-EBB6-F121-5BC7A63C7A1C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678" r="9059"/>
          <a:stretch/>
        </p:blipFill>
        <p:spPr bwMode="auto">
          <a:xfrm>
            <a:off x="3693100" y="2283683"/>
            <a:ext cx="1853513" cy="222610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7" name="Рисунок 16">
            <a:extLst>
              <a:ext uri="{FF2B5EF4-FFF2-40B4-BE49-F238E27FC236}">
                <a16:creationId xmlns:a16="http://schemas.microsoft.com/office/drawing/2014/main" id="{43C1E96B-D2EB-6202-86AA-0D7B300DCAA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793605" y="2089150"/>
            <a:ext cx="1270000" cy="2679700"/>
          </a:xfrm>
          <a:prstGeom prst="rect">
            <a:avLst/>
          </a:prstGeom>
        </p:spPr>
      </p:pic>
      <p:pic>
        <p:nvPicPr>
          <p:cNvPr id="18" name="Рисунок 17">
            <a:extLst>
              <a:ext uri="{FF2B5EF4-FFF2-40B4-BE49-F238E27FC236}">
                <a16:creationId xmlns:a16="http://schemas.microsoft.com/office/drawing/2014/main" id="{A874774D-1D59-6CF7-87F9-A7AEF1C84D0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788283" y="2229577"/>
            <a:ext cx="1498600" cy="2692400"/>
          </a:xfrm>
          <a:prstGeom prst="rect">
            <a:avLst/>
          </a:prstGeom>
        </p:spPr>
      </p:pic>
      <p:pic>
        <p:nvPicPr>
          <p:cNvPr id="14" name="Рисунок 13">
            <a:extLst>
              <a:ext uri="{FF2B5EF4-FFF2-40B4-BE49-F238E27FC236}">
                <a16:creationId xmlns:a16="http://schemas.microsoft.com/office/drawing/2014/main" id="{A54AF4EC-CA56-DE87-6A79-CD26D052B72F}"/>
              </a:ext>
            </a:extLst>
          </p:cNvPr>
          <p:cNvPicPr>
            <a:picLocks noChangeAspect="1"/>
          </p:cNvPicPr>
          <p:nvPr/>
        </p:nvPicPr>
        <p:blipFill rotWithShape="1">
          <a:blip r:embed="rId8"/>
          <a:srcRect l="4138" r="13134"/>
          <a:stretch/>
        </p:blipFill>
        <p:spPr>
          <a:xfrm>
            <a:off x="6220829" y="2951547"/>
            <a:ext cx="977429" cy="939800"/>
          </a:xfrm>
          <a:prstGeom prst="rect">
            <a:avLst/>
          </a:prstGeom>
        </p:spPr>
      </p:pic>
      <p:pic>
        <p:nvPicPr>
          <p:cNvPr id="1030" name="Picture 6" descr="1984 | Оруэлл Джордж купить на OZON по низкой цене (253329259)">
            <a:extLst>
              <a:ext uri="{FF2B5EF4-FFF2-40B4-BE49-F238E27FC236}">
                <a16:creationId xmlns:a16="http://schemas.microsoft.com/office/drawing/2014/main" id="{B3952D8C-DAEE-5754-38A7-71A43E599A7D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2942" t="35424" r="2695" b="12969"/>
          <a:stretch/>
        </p:blipFill>
        <p:spPr bwMode="auto">
          <a:xfrm>
            <a:off x="7907036" y="3480491"/>
            <a:ext cx="1617965" cy="1488232"/>
          </a:xfrm>
          <a:prstGeom prst="rect">
            <a:avLst/>
          </a:prstGeom>
          <a:ln w="38100" cap="sq">
            <a:solidFill>
              <a:srgbClr val="000000"/>
            </a:solidFill>
            <a:miter lim="800000"/>
          </a:ln>
          <a:effectLst>
            <a:outerShdw blurRad="57150" dist="50800" dir="2700000" algn="tl" rotWithShape="0">
              <a:srgbClr val="000000">
                <a:alpha val="40000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2" name="Picture 8" descr="Читать книгу 1984 на французском с переводом | AnyLang">
            <a:extLst>
              <a:ext uri="{FF2B5EF4-FFF2-40B4-BE49-F238E27FC236}">
                <a16:creationId xmlns:a16="http://schemas.microsoft.com/office/drawing/2014/main" id="{B39C27FA-5BD2-5B71-BF57-551744B1054E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6714"/>
          <a:stretch/>
        </p:blipFill>
        <p:spPr bwMode="auto">
          <a:xfrm>
            <a:off x="8157441" y="1976464"/>
            <a:ext cx="1096566" cy="1289436"/>
          </a:xfrm>
          <a:prstGeom prst="rect">
            <a:avLst/>
          </a:prstGeom>
          <a:ln w="38100" cap="sq">
            <a:solidFill>
              <a:srgbClr val="000000"/>
            </a:solidFill>
            <a:miter lim="800000"/>
          </a:ln>
          <a:effectLst>
            <a:outerShdw blurRad="57150" dist="50800" dir="2700000" algn="tl" rotWithShape="0">
              <a:srgbClr val="000000">
                <a:alpha val="40000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6" name="Picture 12" descr="Читать книгу 1984 на английском с переводом | AnyLang">
            <a:extLst>
              <a:ext uri="{FF2B5EF4-FFF2-40B4-BE49-F238E27FC236}">
                <a16:creationId xmlns:a16="http://schemas.microsoft.com/office/drawing/2014/main" id="{E356A1F8-9ED0-F106-35F4-36E45C6A914B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43345" b="11891"/>
          <a:stretch/>
        </p:blipFill>
        <p:spPr bwMode="auto">
          <a:xfrm>
            <a:off x="9479405" y="1681382"/>
            <a:ext cx="1486128" cy="939800"/>
          </a:xfrm>
          <a:prstGeom prst="rect">
            <a:avLst/>
          </a:prstGeom>
          <a:ln w="38100" cap="sq">
            <a:solidFill>
              <a:srgbClr val="000000"/>
            </a:solidFill>
            <a:miter lim="800000"/>
          </a:ln>
          <a:effectLst>
            <a:outerShdw blurRad="57150" dist="50800" dir="2700000" algn="tl" rotWithShape="0">
              <a:srgbClr val="000000">
                <a:alpha val="40000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8" name="Picture 14" descr="Книга &quot;1984&quot; Оруэлл Д - купить книгу в интернет-магазине «Москва» ISBN:  978-5-389-19389-5, 1070073">
            <a:extLst>
              <a:ext uri="{FF2B5EF4-FFF2-40B4-BE49-F238E27FC236}">
                <a16:creationId xmlns:a16="http://schemas.microsoft.com/office/drawing/2014/main" id="{80C87EA1-90EE-0EBF-C595-E0E5A17888E7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6744" t="40912"/>
          <a:stretch/>
        </p:blipFill>
        <p:spPr bwMode="auto">
          <a:xfrm>
            <a:off x="9374965" y="3891347"/>
            <a:ext cx="1685758" cy="1554746"/>
          </a:xfrm>
          <a:prstGeom prst="rect">
            <a:avLst/>
          </a:prstGeom>
          <a:ln w="38100" cap="sq">
            <a:solidFill>
              <a:srgbClr val="000000"/>
            </a:solidFill>
            <a:miter lim="800000"/>
          </a:ln>
          <a:effectLst>
            <a:outerShdw blurRad="57150" dist="50800" dir="2700000" algn="tl" rotWithShape="0">
              <a:srgbClr val="000000">
                <a:alpha val="40000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4" name="Picture 10" descr="1984 (фильм, 1984) — Википедия">
            <a:extLst>
              <a:ext uri="{FF2B5EF4-FFF2-40B4-BE49-F238E27FC236}">
                <a16:creationId xmlns:a16="http://schemas.microsoft.com/office/drawing/2014/main" id="{CD458EE5-9438-F09C-FFCB-2379F583D796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8108" b="13153"/>
          <a:stretch/>
        </p:blipFill>
        <p:spPr bwMode="auto">
          <a:xfrm>
            <a:off x="9787465" y="2467487"/>
            <a:ext cx="1420872" cy="1246278"/>
          </a:xfrm>
          <a:prstGeom prst="rect">
            <a:avLst/>
          </a:prstGeom>
          <a:ln w="38100" cap="sq">
            <a:solidFill>
              <a:srgbClr val="000000"/>
            </a:solidFill>
            <a:miter lim="800000"/>
          </a:ln>
          <a:effectLst>
            <a:outerShdw blurRad="57150" dist="50800" dir="2700000" algn="tl" rotWithShape="0">
              <a:srgbClr val="000000">
                <a:alpha val="40000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844735253"/>
      </p:ext>
    </p:extLst>
  </p:cSld>
  <p:clrMapOvr>
    <a:masterClrMapping/>
  </p:clrMapOvr>
</p:sld>
</file>

<file path=ppt/theme/theme1.xml><?xml version="1.0" encoding="utf-8"?>
<a:theme xmlns:a="http://schemas.openxmlformats.org/drawingml/2006/main" name="Тема Office">
  <a:themeElements>
    <a:clrScheme name="Тема 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Тема 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Тема 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2013 - 2022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2013 - 2022 Theme</Template>
  <TotalTime>106</TotalTime>
  <Words>0</Words>
  <Application>Microsoft Macintosh PowerPoint</Application>
  <PresentationFormat>Произвольный</PresentationFormat>
  <Paragraphs>0</Paragraphs>
  <Slides>2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3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2</vt:i4>
      </vt:variant>
    </vt:vector>
  </HeadingPairs>
  <TitlesOfParts>
    <vt:vector size="6" baseType="lpstr">
      <vt:lpstr>Arial</vt:lpstr>
      <vt:lpstr>Calibri</vt:lpstr>
      <vt:lpstr>Calibri Light</vt:lpstr>
      <vt:lpstr>Тема Office</vt:lpstr>
      <vt:lpstr>Презентация PowerPoint</vt:lpstr>
      <vt:lpstr>Презентация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Презентация PowerPoint</dc:title>
  <dc:creator>Nikita</dc:creator>
  <cp:lastModifiedBy>Nikita</cp:lastModifiedBy>
  <cp:revision>1</cp:revision>
  <dcterms:created xsi:type="dcterms:W3CDTF">2026-03-07T12:05:18Z</dcterms:created>
  <dcterms:modified xsi:type="dcterms:W3CDTF">2026-03-07T13:52:05Z</dcterms:modified>
</cp:coreProperties>
</file>